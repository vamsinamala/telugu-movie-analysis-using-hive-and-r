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21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11/23/2024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11/23/2024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11/23/2024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11/23/2024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11/23/2024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11/23/2024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11/23/2024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11/23/2024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11/23/2024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11/23/2024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11/23/2024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11/23/2024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11/23/2024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787400" y="2133600"/>
            <a:ext cx="6051550" cy="2378185"/>
          </a:xfrm>
        </p:spPr>
        <p:txBody>
          <a:bodyPr anchor="ctr"/>
          <a:lstStyle/>
          <a:p>
            <a:r>
              <a:rPr lang="en-US" dirty="0"/>
              <a:t>Telugu movie data analysis using hive &amp; 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PRESENTED BY :</a:t>
            </a:r>
            <a:br>
              <a:rPr lang="en-US" dirty="0"/>
            </a:br>
            <a:r>
              <a:rPr lang="en-US" dirty="0"/>
              <a:t>               GROUP 15</a:t>
            </a:r>
          </a:p>
        </p:txBody>
      </p:sp>
      <p:pic>
        <p:nvPicPr>
          <p:cNvPr id="2050" name="Picture 2" descr="Movie Dataset: Budgets, Genres, Insights">
            <a:extLst>
              <a:ext uri="{FF2B5EF4-FFF2-40B4-BE49-F238E27FC236}">
                <a16:creationId xmlns:a16="http://schemas.microsoft.com/office/drawing/2014/main" id="{3D5C2D38-5E84-4056-BD7F-FFA8DD12BE70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55" t="798" r="4751"/>
          <a:stretch/>
        </p:blipFill>
        <p:spPr bwMode="auto">
          <a:xfrm>
            <a:off x="7501467" y="1341489"/>
            <a:ext cx="4690533" cy="4175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999067" y="1430867"/>
            <a:ext cx="10088033" cy="4741333"/>
          </a:xfrm>
        </p:spPr>
        <p:txBody>
          <a:bodyPr/>
          <a:lstStyle/>
          <a:p>
            <a:r>
              <a:rPr lang="en-US" dirty="0"/>
              <a:t>Telugu movies are a key part of entertainment, influencing producers, directors, and audiences.</a:t>
            </a:r>
          </a:p>
          <a:p>
            <a:r>
              <a:rPr lang="en-US" dirty="0"/>
              <a:t>Understanding trends and success factors is crucial for better storytelling and decision-making.</a:t>
            </a:r>
          </a:p>
          <a:p>
            <a:r>
              <a:rPr lang="en-US" dirty="0"/>
              <a:t>The project analyzes a preprocessed dataset with attributes like genres, ratings, runtimes, and certifications.</a:t>
            </a:r>
          </a:p>
          <a:p>
            <a:r>
              <a:rPr lang="en-US" b="1" dirty="0"/>
              <a:t>Tools used:</a:t>
            </a:r>
          </a:p>
          <a:p>
            <a:r>
              <a:rPr lang="en-US" b="1" dirty="0"/>
              <a:t>Hive</a:t>
            </a:r>
            <a:r>
              <a:rPr lang="en-US" dirty="0"/>
              <a:t> for efficient big data querying and handling large datasets.</a:t>
            </a:r>
          </a:p>
          <a:p>
            <a:r>
              <a:rPr lang="en-US" b="1" dirty="0"/>
              <a:t>R </a:t>
            </a:r>
            <a:r>
              <a:rPr lang="en-US" dirty="0"/>
              <a:t>for advanced statistical analysis and insightful visualizations.</a:t>
            </a:r>
          </a:p>
          <a:p>
            <a:r>
              <a:rPr lang="en-US" b="1" dirty="0"/>
              <a:t>Aim: </a:t>
            </a:r>
            <a:r>
              <a:rPr lang="en-US" dirty="0"/>
              <a:t>Gain insights into industry patterns, audience preferences, and movie success dynamics.</a:t>
            </a:r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495BE-4314-27FD-533C-54446D5B7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1B4559B-4249-3A00-7E60-9FEC7AC96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</a:t>
            </a:r>
            <a:r>
              <a:rPr lang="en-US" dirty="0" err="1"/>
              <a:t>Discription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64727-FC52-1812-8A4A-3252AA335B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4900" y="1624042"/>
            <a:ext cx="979351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1400 movies with 9 attributes.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Attributes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S.no, Movie, Year, Certificate, Genre, Overview, Runtime, Rating, Movie Ratings.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Attribute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S.no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Unique ID for each movie.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Movie name.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Release year (1932–2020).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Certificate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Certification (U, UA, A, etc.; 8 categories).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Movie genres (e.g., Action, Drama; 171 unique combinations).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Movie summary or "No overview available".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Duration in minutes (0–300).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IMDb-style rating (1.0–9.5).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Movie Ratings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Number of user ratings (49–99,114).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Covers Telugu cinema trends from 1932 to 2020.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Rich in diversity for genres, certificates, and ratings, enabling trend analysis and modeling.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94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355C9-7908-6F48-C357-881DAA59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6498932-2A95-51FC-71E1-8CB522A5D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DataPreprocessing</a:t>
            </a:r>
            <a:r>
              <a:rPr lang="en-US" dirty="0"/>
              <a:t> 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88907E5B-FA0B-EAC3-4A19-03A01E58A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32" y="1333172"/>
            <a:ext cx="11319933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Drive and File Handling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drive.mount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Mounts Google Drive for file access.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files.upload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Uploads local files to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Colab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Loading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read_csv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Reads the dataset into a Pandas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DataFrame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analysis.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includes 1400 Telugu movies with attributes like title, year, genre, runtime, and rating.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 like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Certificate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(449 missing) and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(179 missing) have gaps; others like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S.no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complete.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columns to appropriate data types.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Standardizes strings (e.g., title case for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uppercase for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Certificate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Missing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Replaced with median.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Certificate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Replaced with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"Unknown"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Replaced with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"No overview available"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Refer REPORT For 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89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599BB-0C79-05E6-6BF3-9F445A633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D9AFA57-C58A-4535-E605-EAAB43452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Steps to Process Dataset Using HDFS and Hive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05E38F-85B3-3030-DCD6-841FFB25AA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4900" y="1624043"/>
            <a:ext cx="98425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 the dataset from HDFS to the local file system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lfs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commands.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Hive Setup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Hive and check available databases.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new database and use it for this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a table schema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telugu_movies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in Hive.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 the dataset into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telugu_movies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Verify 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DESCRIBE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command to confirm the table structure.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Hive queries to clean the dataset (e.g., remove nulls) if necessary.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Refer REPORT For 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79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0F5E0-DEBE-0C87-F23E-4FAD0B697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6487713-B917-ED50-FA77-C534CAE4E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 1: Year-Based Queries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468DD1-0A8C-80CA-CD42-6F1B09AE93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1800" y="1590874"/>
            <a:ext cx="1120986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1.List All Movies Released in a Particular Year</a:t>
            </a:r>
            <a:br>
              <a:rPr lang="en-US" sz="1600" dirty="0"/>
            </a:br>
            <a:r>
              <a:rPr lang="en-US" sz="1600" b="1" dirty="0"/>
              <a:t>SELECT movie, year FROM </a:t>
            </a:r>
            <a:r>
              <a:rPr lang="en-US" sz="1600" b="1" dirty="0" err="1"/>
              <a:t>telugu_movies</a:t>
            </a:r>
            <a:r>
              <a:rPr lang="en-US" sz="1600" b="1" dirty="0"/>
              <a:t> WHERE year = 2020;</a:t>
            </a:r>
            <a:br>
              <a:rPr lang="en-US" sz="1600" b="1" dirty="0"/>
            </a:br>
            <a:r>
              <a:rPr lang="en-US" sz="1800" dirty="0"/>
              <a:t>Insight: Highlights notable movies released in a specific year, enabling trend analysis.</a:t>
            </a:r>
            <a:br>
              <a:rPr lang="en-US" sz="1800" dirty="0"/>
            </a:b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2.Count the Number of Movies Released Each Year</a:t>
            </a:r>
            <a:br>
              <a:rPr lang="en-US" sz="1600" dirty="0"/>
            </a:br>
            <a:r>
              <a:rPr lang="en-US" sz="1600" b="1" dirty="0"/>
              <a:t>SELECT year, COUNT(*) AS </a:t>
            </a:r>
            <a:r>
              <a:rPr lang="en-US" sz="1600" b="1" dirty="0" err="1"/>
              <a:t>movie_count</a:t>
            </a:r>
            <a:r>
              <a:rPr lang="en-US" sz="1600" b="1" dirty="0"/>
              <a:t> FROM </a:t>
            </a:r>
            <a:r>
              <a:rPr lang="en-US" sz="1600" b="1" dirty="0" err="1"/>
              <a:t>telugu_movies</a:t>
            </a:r>
            <a:r>
              <a:rPr lang="en-US" sz="1600" b="1" dirty="0"/>
              <a:t> GROUP BY year;</a:t>
            </a:r>
            <a:br>
              <a:rPr lang="en-US" sz="1600" b="1" dirty="0"/>
            </a:br>
            <a:r>
              <a:rPr lang="en-US" sz="1800" dirty="0"/>
              <a:t>Insight: Provides historical trends in movie production, reflecting </a:t>
            </a:r>
            <a:r>
              <a:rPr lang="en-IN" sz="1600" dirty="0"/>
              <a:t>changes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3.Find Movies with a Runtime Longer than 150 Minutes</a:t>
            </a:r>
            <a:br>
              <a:rPr lang="en-US" sz="1800" dirty="0"/>
            </a:br>
            <a:r>
              <a:rPr lang="en-US" sz="1800" b="1" dirty="0"/>
              <a:t>SELECT movie, runtime FROM </a:t>
            </a:r>
            <a:r>
              <a:rPr lang="en-US" sz="1800" b="1" dirty="0" err="1"/>
              <a:t>telugu_movies</a:t>
            </a:r>
            <a:r>
              <a:rPr lang="en-US" sz="1800" b="1" dirty="0"/>
              <a:t> WHERE runtime &gt; 150;</a:t>
            </a:r>
            <a:br>
              <a:rPr lang="en-US" sz="1800" b="1" dirty="0"/>
            </a:br>
            <a:r>
              <a:rPr lang="en-US" sz="1800" dirty="0"/>
              <a:t>Insight: Identifies movies with extended runtimes, offering insight into long-form narratives.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4.List All Movies with a Specific Certificate (e.g., 'U’)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b="1" dirty="0"/>
              <a:t>SELECT movie, certificate FROM </a:t>
            </a:r>
            <a:r>
              <a:rPr lang="en-US" sz="1800" b="1" dirty="0" err="1"/>
              <a:t>telugu_movies</a:t>
            </a:r>
            <a:r>
              <a:rPr lang="en-US" sz="1800" b="1" dirty="0"/>
              <a:t> WHERE certificate = ‘U’;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Insight: Highlights family-friendly movies, allowing analysis of audience-targeted content.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Refer REPORT For 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0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5E28A-4ED4-CBD9-969B-F266F1289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D7F47A-51D9-4585-737B-CBC7043EB3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5732" y="1460070"/>
            <a:ext cx="1106593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5.</a:t>
            </a:r>
            <a:r>
              <a:rPr lang="en-IN" sz="1800" dirty="0"/>
              <a:t>Top 10 Highest-Rated Movies</a:t>
            </a:r>
            <a:br>
              <a:rPr lang="en-US" sz="1600" dirty="0"/>
            </a:br>
            <a:r>
              <a:rPr lang="en-US" sz="1600" b="1" dirty="0"/>
              <a:t>SELECT movie, rating FROM </a:t>
            </a:r>
            <a:r>
              <a:rPr lang="en-US" sz="1600" b="1" dirty="0" err="1"/>
              <a:t>telugu_movies</a:t>
            </a:r>
            <a:r>
              <a:rPr lang="en-US" sz="1600" b="1" dirty="0"/>
              <a:t> ORDER BY rating DESC LIMIT 10;</a:t>
            </a:r>
            <a:br>
              <a:rPr lang="en-US" sz="1600" b="1" dirty="0"/>
            </a:br>
            <a:r>
              <a:rPr lang="en-US" sz="1800" dirty="0"/>
              <a:t>Insight: Reveals critically acclaimed and audience-favored movies.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6.Average Rating of Movies Released Each Year</a:t>
            </a:r>
            <a:br>
              <a:rPr lang="en-US" sz="1600" dirty="0"/>
            </a:br>
            <a:r>
              <a:rPr lang="en-US" sz="1600" b="1" dirty="0"/>
              <a:t>SELECT year, AVG(rating) AS </a:t>
            </a:r>
            <a:r>
              <a:rPr lang="en-US" sz="1600" b="1" dirty="0" err="1"/>
              <a:t>avg_rating</a:t>
            </a:r>
            <a:r>
              <a:rPr lang="en-US" sz="1600" b="1" dirty="0"/>
              <a:t> FROM </a:t>
            </a:r>
            <a:r>
              <a:rPr lang="en-US" sz="1600" b="1" dirty="0" err="1"/>
              <a:t>telugu_movies</a:t>
            </a:r>
            <a:r>
              <a:rPr lang="en-US" sz="1600" b="1" dirty="0"/>
              <a:t> GROUP BY year;</a:t>
            </a:r>
            <a:br>
              <a:rPr lang="en-US" sz="1600" b="1" dirty="0"/>
            </a:br>
            <a:r>
              <a:rPr lang="en-US" sz="1800" dirty="0"/>
              <a:t>Insight: Provides insights into yearly quality trends and industry benchmarks.</a:t>
            </a:r>
            <a:endParaRPr lang="en-IN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7.Movies with a Rating Lower than 5</a:t>
            </a:r>
            <a:br>
              <a:rPr lang="en-US" sz="1800" dirty="0"/>
            </a:br>
            <a:r>
              <a:rPr lang="en-US" sz="1800" b="1" dirty="0"/>
              <a:t>SELECT movie, rating FROM </a:t>
            </a:r>
            <a:r>
              <a:rPr lang="en-US" sz="1800" b="1" dirty="0" err="1"/>
              <a:t>telugu_movies</a:t>
            </a:r>
            <a:r>
              <a:rPr lang="en-US" sz="1800" b="1" dirty="0"/>
              <a:t> WHERE rating &lt; 5;</a:t>
            </a:r>
            <a:br>
              <a:rPr lang="en-US" sz="1800" b="1" dirty="0"/>
            </a:br>
            <a:r>
              <a:rPr lang="en-US" sz="1800" dirty="0"/>
              <a:t>Insight: Highlights underperforming movies, enabling analysis of factors leading to poor reception.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8. Count of Movies for Each Rating Level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b="1" dirty="0"/>
              <a:t>SELECT rating, COUNT(*) AS count FROM </a:t>
            </a:r>
            <a:r>
              <a:rPr lang="en-US" sz="1800" b="1" dirty="0" err="1"/>
              <a:t>telugu_movies</a:t>
            </a:r>
            <a:r>
              <a:rPr lang="en-US" sz="1800" b="1" dirty="0"/>
              <a:t> GROUP BY rating;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Insight: Offers a snapshot of audience preferences and potential data quality issues.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Refer REPORT For 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itle 12">
            <a:extLst>
              <a:ext uri="{FF2B5EF4-FFF2-40B4-BE49-F238E27FC236}">
                <a16:creationId xmlns:a16="http://schemas.microsoft.com/office/drawing/2014/main" id="{CC2890D6-2460-CB00-38F3-7409511FB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IN" dirty="0"/>
              <a:t>Part 2: Rating-Based Queries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3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B763-9B65-C273-47FB-57B4B9F51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7FD4E2-9006-F613-8E0D-53126E3E5F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5732" y="1460071"/>
            <a:ext cx="1106593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9.List All Movies for a Specific Genre (e.g., 'Action')</a:t>
            </a:r>
            <a:br>
              <a:rPr lang="en-US" sz="1600" dirty="0"/>
            </a:br>
            <a:r>
              <a:rPr lang="en-US" sz="1600" b="1" dirty="0"/>
              <a:t>SELECT movie, genre, rating FROM </a:t>
            </a:r>
            <a:r>
              <a:rPr lang="en-US" sz="1600" b="1" dirty="0" err="1"/>
              <a:t>telugu_movies</a:t>
            </a:r>
            <a:r>
              <a:rPr lang="en-US" sz="1600" b="1" dirty="0"/>
              <a:t> WHERE genre = 'Action';</a:t>
            </a:r>
            <a:br>
              <a:rPr lang="en-US" sz="1600" b="1" dirty="0"/>
            </a:br>
            <a:r>
              <a:rPr lang="en-US" sz="1800" dirty="0"/>
              <a:t>Insight: Helps analyze trends and audience preferences within a specific genre.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10.Count the Number of Movies for Each Genre</a:t>
            </a:r>
            <a:br>
              <a:rPr lang="en-US" sz="1600" dirty="0"/>
            </a:br>
            <a:r>
              <a:rPr lang="en-US" sz="1600" b="1" dirty="0"/>
              <a:t>SELECT genre, COUNT(*) AS </a:t>
            </a:r>
            <a:r>
              <a:rPr lang="en-US" sz="1600" b="1" dirty="0" err="1"/>
              <a:t>movie_count</a:t>
            </a:r>
            <a:r>
              <a:rPr lang="en-US" sz="1600" b="1" dirty="0"/>
              <a:t> FROM </a:t>
            </a:r>
            <a:r>
              <a:rPr lang="en-US" sz="1600" b="1" dirty="0" err="1"/>
              <a:t>telugu_movies</a:t>
            </a:r>
            <a:r>
              <a:rPr lang="en-US" sz="1600" b="1" dirty="0"/>
              <a:t> GROUP BY genre;</a:t>
            </a:r>
            <a:br>
              <a:rPr lang="en-US" sz="1600" b="1" dirty="0"/>
            </a:br>
            <a:r>
              <a:rPr lang="en-US" sz="1800" dirty="0" err="1"/>
              <a:t>Insight:Highlights</a:t>
            </a:r>
            <a:r>
              <a:rPr lang="en-US" sz="1800" dirty="0"/>
              <a:t> the popularity of various genres, with action and romance leading.</a:t>
            </a:r>
            <a:endParaRPr lang="en-IN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11.Search for Movies with Specific Keywords in the Overview</a:t>
            </a:r>
            <a:br>
              <a:rPr lang="en-US" sz="1800" dirty="0"/>
            </a:br>
            <a:r>
              <a:rPr lang="en-US" sz="1800" b="1" dirty="0"/>
              <a:t>SELECT movie, overview FROM </a:t>
            </a:r>
            <a:r>
              <a:rPr lang="en-US" sz="1800" b="1" dirty="0" err="1"/>
              <a:t>telugu_movies</a:t>
            </a:r>
            <a:r>
              <a:rPr lang="en-US" sz="1800" b="1" dirty="0"/>
              <a:t> WHERE LOWER(overview) LIKE '%love%';</a:t>
            </a:r>
            <a:br>
              <a:rPr lang="en-US" sz="1800" b="1" dirty="0"/>
            </a:br>
            <a:r>
              <a:rPr lang="en-US" sz="1800" dirty="0" err="1"/>
              <a:t>Insight:Identifies</a:t>
            </a:r>
            <a:r>
              <a:rPr lang="en-US" sz="1800" dirty="0"/>
              <a:t> thematic trends, such as romantic storylines in Telugu movies.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12.Movies with the Highest Number of Ratings</a:t>
            </a:r>
            <a:br>
              <a:rPr lang="en-US" sz="1800" dirty="0"/>
            </a:br>
            <a:r>
              <a:rPr lang="en-US" sz="1800" b="1" dirty="0"/>
              <a:t>SELECT movie, </a:t>
            </a:r>
            <a:r>
              <a:rPr lang="en-US" sz="1800" b="1" dirty="0" err="1"/>
              <a:t>rating_count</a:t>
            </a:r>
            <a:r>
              <a:rPr lang="en-US" sz="1800" b="1" dirty="0"/>
              <a:t> FROM </a:t>
            </a:r>
            <a:r>
              <a:rPr lang="en-US" sz="1800" b="1" dirty="0" err="1"/>
              <a:t>telugu_movies</a:t>
            </a:r>
            <a:r>
              <a:rPr lang="en-US" sz="1800" b="1" dirty="0"/>
              <a:t> ORDER BY </a:t>
            </a:r>
            <a:r>
              <a:rPr lang="en-US" sz="1800" b="1" dirty="0" err="1"/>
              <a:t>rating_count</a:t>
            </a:r>
            <a:r>
              <a:rPr lang="en-US" sz="1800" b="1" dirty="0"/>
              <a:t> DESC LIMIT 10;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Insight: Indicates widespread audience engagement, helping identify blockbuster hits.</a:t>
            </a:r>
            <a:br>
              <a:rPr lang="en-US" sz="1800" dirty="0"/>
            </a:b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Refer REPORT For 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itle 12">
            <a:extLst>
              <a:ext uri="{FF2B5EF4-FFF2-40B4-BE49-F238E27FC236}">
                <a16:creationId xmlns:a16="http://schemas.microsoft.com/office/drawing/2014/main" id="{1DBE567F-D0E5-A218-1E90-A6B9328A4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fr-FR" dirty="0"/>
              <a:t>Part 3: Genre and Audience Engagement </a:t>
            </a:r>
            <a:r>
              <a:rPr lang="fr-FR" dirty="0" err="1"/>
              <a:t>Queries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4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AB6E3-6563-4D93-601C-F4BC007C7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AB618E8-E925-85C7-5AEE-6A61FB390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Visualizations Summary:</a:t>
            </a:r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ABA47C0-8364-7457-B2B9-F09B69938A5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219199" y="1382411"/>
            <a:ext cx="7459133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Ratings Distribution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Histogram of movie ratings.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Yearly Releases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Line plot of movies released annually.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Genres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Bar plot of top 10 genres.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Runtime Range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Box plot of movie runtimes.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Runtime by Certificate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Box plot by certification.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 vs Runtime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Scatter plot of runtime and ratings.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Movies by Certificate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Bar plot of certification counts.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Rated Movies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Bar plot of top 10 rated movies.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 Trends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Line plot of average yearly ratings.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Runtime Trends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Line plot of yearly runtime changes.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Refer  REPORT For 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9EDCF-EDD4-E347-0DD5-3FCDDE57D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98BDE05-ACC5-C14F-2148-538C53B7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82198EE-E309-9994-FD84-3D216CF55DD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11294" y="9610129"/>
            <a:ext cx="6521562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23C31D-69E1-98B6-61C5-AD4C99A2F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34" y="1569101"/>
            <a:ext cx="1065106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analysis of the Telugu movie dataset, using preprocessing, Hive queries, and visualizations, uncovers key industry trends.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include yearly movie releases, popular genres like Action, top-rated movies, and runtime classifications, with many films exceeding 150 minutes.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Visualizations reveal fluctuating ratings trends, evolving runtime preferences, and thematic patterns (e.g., "love" in overviews).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Lower-rated movies highlight areas for improvement, while audience preferences and certification dynamics offer actionable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this project showcases how data techniques can uncover trends in production, genres, audience reception, and runtime patterns, aiding decision-making in the Telugu film industry.</a:t>
            </a:r>
          </a:p>
        </p:txBody>
      </p:sp>
    </p:spTree>
    <p:extLst>
      <p:ext uri="{BB962C8B-B14F-4D97-AF65-F5344CB8AC3E}">
        <p14:creationId xmlns:p14="http://schemas.microsoft.com/office/powerpoint/2010/main" val="896342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Picture 6" descr="Thank You Slide Royalty-Free Images, Stock Photos &amp; Pictures | Shutterstock">
            <a:extLst>
              <a:ext uri="{FF2B5EF4-FFF2-40B4-BE49-F238E27FC236}">
                <a16:creationId xmlns:a16="http://schemas.microsoft.com/office/drawing/2014/main" id="{38F1CE3C-E737-62A8-7A7C-DE163396D6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" b="11587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23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129</TotalTime>
  <Words>1313</Words>
  <Application>Microsoft Office PowerPoint</Application>
  <PresentationFormat>Widescreen</PresentationFormat>
  <Paragraphs>112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Unicode MS</vt:lpstr>
      <vt:lpstr>Euphemia</vt:lpstr>
      <vt:lpstr>Plantagenet Cherokee</vt:lpstr>
      <vt:lpstr>Wingdings</vt:lpstr>
      <vt:lpstr>Academic Literature 16x9</vt:lpstr>
      <vt:lpstr>Telugu movie data analysis using hive &amp; r</vt:lpstr>
      <vt:lpstr>Introduction </vt:lpstr>
      <vt:lpstr>Dataset Discription</vt:lpstr>
      <vt:lpstr>DataPreprocessing </vt:lpstr>
      <vt:lpstr>Steps to Process Dataset Using HDFS and Hive</vt:lpstr>
      <vt:lpstr>Part 1: Year-Based Queries</vt:lpstr>
      <vt:lpstr>Part 2: Rating-Based Queries</vt:lpstr>
      <vt:lpstr>Part 3: Genre and Audience Engagement Queries</vt:lpstr>
      <vt:lpstr>Visualizations Summary: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 Vamsi</dc:creator>
  <cp:lastModifiedBy>N Vamsi</cp:lastModifiedBy>
  <cp:revision>2</cp:revision>
  <dcterms:created xsi:type="dcterms:W3CDTF">2024-11-23T17:27:30Z</dcterms:created>
  <dcterms:modified xsi:type="dcterms:W3CDTF">2024-11-23T19:38:52Z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